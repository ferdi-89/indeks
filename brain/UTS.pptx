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2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0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2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5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4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8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1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3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4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8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A7D82-A697-452D-BCFA-F38773BA43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A9493-0F93-49AA-9831-9CF2F212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1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UTS </a:t>
            </a:r>
            <a:r>
              <a:rPr lang="en-US" dirty="0" err="1"/>
              <a:t>Praktek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Penerapan</a:t>
            </a:r>
            <a:r>
              <a:rPr lang="en-US" dirty="0"/>
              <a:t> </a:t>
            </a:r>
            <a:r>
              <a:rPr lang="en-US" i="1" dirty="0"/>
              <a:t>Black Box Testing Techniques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Perancangan</a:t>
            </a:r>
            <a:r>
              <a:rPr lang="en-US" dirty="0"/>
              <a:t> </a:t>
            </a:r>
            <a:r>
              <a:rPr lang="en-US" i="1" dirty="0"/>
              <a:t>Test Case</a:t>
            </a:r>
          </a:p>
        </p:txBody>
      </p:sp>
    </p:spTree>
    <p:extLst>
      <p:ext uri="{BB962C8B-B14F-4D97-AF65-F5344CB8AC3E}">
        <p14:creationId xmlns:p14="http://schemas.microsoft.com/office/powerpoint/2010/main" val="67963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Spesifikasi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disiapkan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test basis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use case diagram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product backlog</a:t>
            </a:r>
          </a:p>
          <a:p>
            <a:pPr lvl="1"/>
            <a:r>
              <a:rPr lang="en-US" i="1" dirty="0"/>
              <a:t>use case description/scenario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use case</a:t>
            </a:r>
          </a:p>
          <a:p>
            <a:pPr lvl="1"/>
            <a:r>
              <a:rPr lang="en-US" i="1" dirty="0"/>
              <a:t>activity diagram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use case</a:t>
            </a:r>
          </a:p>
          <a:p>
            <a:pPr lvl="1"/>
            <a:r>
              <a:rPr lang="en-US" i="1" dirty="0" err="1"/>
              <a:t>rancangan</a:t>
            </a:r>
            <a:r>
              <a:rPr lang="en-US" i="1" dirty="0"/>
              <a:t> </a:t>
            </a:r>
            <a:r>
              <a:rPr lang="en-US" i="1" dirty="0" err="1"/>
              <a:t>tampilan</a:t>
            </a:r>
            <a:r>
              <a:rPr lang="en-US" i="1" dirty="0"/>
              <a:t>/ UI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use case</a:t>
            </a:r>
          </a:p>
        </p:txBody>
      </p:sp>
    </p:spTree>
    <p:extLst>
      <p:ext uri="{BB962C8B-B14F-4D97-AF65-F5344CB8AC3E}">
        <p14:creationId xmlns:p14="http://schemas.microsoft.com/office/powerpoint/2010/main" val="406751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Test object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i="1" dirty="0"/>
              <a:t>Use Case/User story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PBL </a:t>
            </a:r>
            <a:r>
              <a:rPr lang="en-US" dirty="0" err="1"/>
              <a:t>mengerjakan</a:t>
            </a:r>
            <a:r>
              <a:rPr lang="en-US" dirty="0"/>
              <a:t> 6 </a:t>
            </a:r>
            <a:r>
              <a:rPr lang="en-US" i="1" dirty="0" err="1"/>
              <a:t>usecase</a:t>
            </a:r>
            <a:r>
              <a:rPr lang="en-US" i="1" dirty="0"/>
              <a:t>/user story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per orang, </a:t>
            </a:r>
            <a:r>
              <a:rPr lang="en-US" dirty="0" err="1"/>
              <a:t>yaitu</a:t>
            </a:r>
            <a:r>
              <a:rPr lang="en-US" dirty="0"/>
              <a:t>: 1 CRUD (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i="1" dirty="0" err="1"/>
              <a:t>usecase</a:t>
            </a:r>
            <a:r>
              <a:rPr lang="en-US" i="1" dirty="0"/>
              <a:t>/</a:t>
            </a:r>
            <a:r>
              <a:rPr lang="en-US" i="1" dirty="0" err="1"/>
              <a:t>userstory</a:t>
            </a:r>
            <a:r>
              <a:rPr lang="en-US" dirty="0"/>
              <a:t>) </a:t>
            </a:r>
            <a:r>
              <a:rPr lang="en-US" dirty="0" err="1"/>
              <a:t>ditambah</a:t>
            </a:r>
            <a:r>
              <a:rPr lang="en-US" dirty="0"/>
              <a:t> 2 </a:t>
            </a:r>
            <a:r>
              <a:rPr lang="en-US" i="1" dirty="0" err="1"/>
              <a:t>usecase</a:t>
            </a:r>
            <a:r>
              <a:rPr lang="en-US" i="1" dirty="0"/>
              <a:t>/user story </a:t>
            </a:r>
            <a:r>
              <a:rPr lang="en-US" dirty="0"/>
              <a:t>lain.</a:t>
            </a:r>
          </a:p>
          <a:p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kalau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i="1" dirty="0"/>
              <a:t>online shop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pilih</a:t>
            </a:r>
            <a:r>
              <a:rPr lang="en-US" dirty="0"/>
              <a:t> 1 CRUD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data </a:t>
            </a:r>
            <a:r>
              <a:rPr lang="en-US" dirty="0" err="1"/>
              <a:t>produk</a:t>
            </a:r>
            <a:r>
              <a:rPr lang="en-US" dirty="0"/>
              <a:t> (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i="1" dirty="0"/>
              <a:t>use case/user story)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ditambah</a:t>
            </a:r>
            <a:r>
              <a:rPr lang="en-US" dirty="0"/>
              <a:t> </a:t>
            </a:r>
            <a:r>
              <a:rPr lang="en-US" i="1" dirty="0"/>
              <a:t>use case/user story </a:t>
            </a:r>
            <a:r>
              <a:rPr lang="en-US" dirty="0"/>
              <a:t>lain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registrasi</a:t>
            </a:r>
            <a:r>
              <a:rPr lang="en-US" dirty="0"/>
              <a:t>/ </a:t>
            </a:r>
            <a:r>
              <a:rPr lang="en-US" i="1" dirty="0"/>
              <a:t>checkout</a:t>
            </a:r>
            <a:r>
              <a:rPr lang="en-US" dirty="0"/>
              <a:t>/ </a:t>
            </a:r>
            <a:r>
              <a:rPr lang="en-US" dirty="0" err="1"/>
              <a:t>pembayaran</a:t>
            </a:r>
            <a:r>
              <a:rPr lang="en-US" dirty="0"/>
              <a:t>/ 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, </a:t>
            </a:r>
            <a:r>
              <a:rPr lang="en-US" dirty="0" err="1"/>
              <a:t>pilih</a:t>
            </a:r>
            <a:r>
              <a:rPr lang="en-US" dirty="0"/>
              <a:t> 2 </a:t>
            </a:r>
            <a:r>
              <a:rPr lang="en-US" i="1" dirty="0"/>
              <a:t>use case/user story </a:t>
            </a:r>
            <a:r>
              <a:rPr lang="en-US" dirty="0"/>
              <a:t>di </a:t>
            </a:r>
            <a:r>
              <a:rPr lang="en-US" dirty="0" err="1"/>
              <a:t>antaranya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21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Instruksi</a:t>
            </a:r>
            <a:r>
              <a:rPr lang="en-US" dirty="0"/>
              <a:t> </a:t>
            </a:r>
            <a:r>
              <a:rPr lang="en-US" dirty="0" err="1"/>
              <a:t>soal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805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 err="1"/>
              <a:t>Lakukan</a:t>
            </a:r>
            <a:r>
              <a:rPr lang="en-US" sz="2400" dirty="0"/>
              <a:t> </a:t>
            </a:r>
            <a:r>
              <a:rPr lang="en-US" sz="2400" dirty="0" err="1"/>
              <a:t>perancangan</a:t>
            </a:r>
            <a:r>
              <a:rPr lang="en-US" sz="2400" dirty="0"/>
              <a:t> </a:t>
            </a:r>
            <a:r>
              <a:rPr lang="en-US" sz="2400" i="1" dirty="0"/>
              <a:t>test case</a:t>
            </a:r>
            <a:r>
              <a:rPr lang="en-US" sz="2400" dirty="0"/>
              <a:t> (</a:t>
            </a:r>
            <a:r>
              <a:rPr lang="en-US" sz="2400" dirty="0" err="1"/>
              <a:t>kasus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)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i="1" dirty="0"/>
              <a:t>test object, </a:t>
            </a:r>
            <a:r>
              <a:rPr lang="en-US" sz="2400" dirty="0" err="1"/>
              <a:t>yaitu</a:t>
            </a:r>
            <a:r>
              <a:rPr lang="en-US" sz="2400" i="1" dirty="0"/>
              <a:t> use case/user story</a:t>
            </a:r>
            <a:r>
              <a:rPr lang="en-US" sz="2400" dirty="0"/>
              <a:t> yang </a:t>
            </a:r>
            <a:r>
              <a:rPr lang="en-US" sz="2400" dirty="0" err="1"/>
              <a:t>Anda</a:t>
            </a:r>
            <a:r>
              <a:rPr lang="en-US" sz="2400" dirty="0"/>
              <a:t> </a:t>
            </a:r>
            <a:r>
              <a:rPr lang="en-US" sz="2400" dirty="0" err="1"/>
              <a:t>tentukan</a:t>
            </a:r>
            <a:r>
              <a:rPr lang="en-US" sz="2400" dirty="0"/>
              <a:t>. </a:t>
            </a:r>
          </a:p>
          <a:p>
            <a:pPr marL="457200" indent="-457200">
              <a:buAutoNum type="alphaUcParenBoth"/>
            </a:pPr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teknik</a:t>
            </a:r>
            <a:r>
              <a:rPr lang="en-US" sz="2400" dirty="0"/>
              <a:t> </a:t>
            </a:r>
            <a:r>
              <a:rPr lang="en-US" sz="2400" i="1" dirty="0"/>
              <a:t>use case testing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mengacu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i="1" dirty="0"/>
              <a:t>test basis, </a:t>
            </a:r>
            <a:r>
              <a:rPr lang="en-US" sz="2400" dirty="0" err="1"/>
              <a:t>yaitu</a:t>
            </a:r>
            <a:r>
              <a:rPr lang="en-US" sz="2400" i="1" dirty="0"/>
              <a:t> </a:t>
            </a:r>
            <a:r>
              <a:rPr lang="en-US" sz="2400" dirty="0" err="1"/>
              <a:t>spesifikasi</a:t>
            </a:r>
            <a:r>
              <a:rPr lang="en-US" sz="2400" dirty="0"/>
              <a:t> </a:t>
            </a:r>
            <a:r>
              <a:rPr lang="en-US" sz="2400" dirty="0" err="1"/>
              <a:t>kebutuhan</a:t>
            </a:r>
            <a:r>
              <a:rPr lang="en-US" sz="2400" dirty="0"/>
              <a:t> </a:t>
            </a:r>
            <a:r>
              <a:rPr lang="en-US" sz="2400" dirty="0" err="1"/>
              <a:t>perangkat</a:t>
            </a:r>
            <a:r>
              <a:rPr lang="en-US" sz="2400" dirty="0"/>
              <a:t> </a:t>
            </a:r>
            <a:r>
              <a:rPr lang="en-US" sz="2400" dirty="0" err="1"/>
              <a:t>lunak</a:t>
            </a:r>
            <a:r>
              <a:rPr lang="en-US" sz="2400" dirty="0"/>
              <a:t> yang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disiapkan</a:t>
            </a:r>
            <a:r>
              <a:rPr lang="en-US" sz="2400" i="1" dirty="0"/>
              <a:t>. </a:t>
            </a:r>
            <a:endParaRPr lang="en-US" sz="2400" dirty="0"/>
          </a:p>
          <a:p>
            <a:pPr marL="457200" indent="-457200">
              <a:buAutoNum type="alphaUcParenBoth"/>
            </a:pPr>
            <a:r>
              <a:rPr lang="en-US" sz="2400" dirty="0" err="1"/>
              <a:t>Gunakan</a:t>
            </a:r>
            <a:r>
              <a:rPr lang="en-US" sz="2400" i="1" dirty="0"/>
              <a:t> </a:t>
            </a:r>
            <a:r>
              <a:rPr lang="en-US" sz="2400" dirty="0" err="1"/>
              <a:t>teknik</a:t>
            </a:r>
            <a:r>
              <a:rPr lang="en-US" sz="2400" dirty="0"/>
              <a:t> </a:t>
            </a:r>
            <a:r>
              <a:rPr lang="en-US" sz="2400" i="1" dirty="0"/>
              <a:t>error guessing </a:t>
            </a:r>
            <a:r>
              <a:rPr lang="en-US" sz="2400" dirty="0" err="1"/>
              <a:t>untuk</a:t>
            </a:r>
            <a:r>
              <a:rPr lang="en-US" sz="2400" i="1" dirty="0"/>
              <a:t>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tambahan</a:t>
            </a:r>
            <a:r>
              <a:rPr lang="en-US" sz="2400" dirty="0"/>
              <a:t> </a:t>
            </a:r>
            <a:r>
              <a:rPr lang="en-US" sz="2400" dirty="0" err="1"/>
              <a:t>kasus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, </a:t>
            </a:r>
            <a:r>
              <a:rPr lang="en-US" sz="2400" dirty="0" err="1"/>
              <a:t>dari</a:t>
            </a:r>
            <a:r>
              <a:rPr lang="en-US" sz="2400" dirty="0"/>
              <a:t> yang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dihasilkan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i="1" dirty="0"/>
              <a:t>use case testing.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Uraikan</a:t>
            </a:r>
            <a:r>
              <a:rPr lang="en-US" sz="2400" dirty="0"/>
              <a:t> </a:t>
            </a:r>
            <a:r>
              <a:rPr lang="en-US" sz="2400" dirty="0" err="1"/>
              <a:t>kasus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 yang </a:t>
            </a:r>
            <a:r>
              <a:rPr lang="en-US" sz="2400" dirty="0" err="1"/>
              <a:t>Anda</a:t>
            </a:r>
            <a:r>
              <a:rPr lang="en-US" sz="2400" dirty="0"/>
              <a:t> </a:t>
            </a:r>
            <a:r>
              <a:rPr lang="en-US" sz="2400" dirty="0" err="1"/>
              <a:t>dapatkan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format </a:t>
            </a:r>
            <a:r>
              <a:rPr lang="en-US" sz="2400" dirty="0" err="1"/>
              <a:t>berikut</a:t>
            </a:r>
            <a:r>
              <a:rPr lang="en-US" sz="2400" dirty="0"/>
              <a:t> (</a:t>
            </a:r>
            <a:r>
              <a:rPr lang="en-US" sz="2400" dirty="0" err="1"/>
              <a:t>kosongkan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“Actual result” </a:t>
            </a:r>
            <a:r>
              <a:rPr lang="en-US" sz="2400" dirty="0" err="1"/>
              <a:t>dan</a:t>
            </a:r>
            <a:r>
              <a:rPr lang="en-US" sz="2400" dirty="0"/>
              <a:t> “Pass/Fail”):</a:t>
            </a:r>
          </a:p>
          <a:p>
            <a:pPr marL="0" indent="0">
              <a:buNone/>
            </a:pPr>
            <a:endParaRPr lang="en-US" i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1102241" y="4306186"/>
            <a:ext cx="9422219" cy="1617133"/>
            <a:chOff x="838200" y="4538129"/>
            <a:chExt cx="9422219" cy="1617133"/>
          </a:xfrm>
        </p:grpSpPr>
        <p:sp>
          <p:nvSpPr>
            <p:cNvPr id="12" name="Rectangle 11"/>
            <p:cNvSpPr/>
            <p:nvPr/>
          </p:nvSpPr>
          <p:spPr>
            <a:xfrm>
              <a:off x="838200" y="4538129"/>
              <a:ext cx="9422219" cy="16171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Use case: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2"/>
            <a:srcRect b="50978"/>
            <a:stretch/>
          </p:blipFill>
          <p:spPr>
            <a:xfrm>
              <a:off x="954764" y="5016773"/>
              <a:ext cx="9138926" cy="985295"/>
            </a:xfrm>
            <a:prstGeom prst="rect">
              <a:avLst/>
            </a:prstGeom>
          </p:spPr>
        </p:pic>
      </p:grpSp>
      <p:sp>
        <p:nvSpPr>
          <p:cNvPr id="15" name="Rectangle 14"/>
          <p:cNvSpPr/>
          <p:nvPr/>
        </p:nvSpPr>
        <p:spPr>
          <a:xfrm>
            <a:off x="984397" y="5925603"/>
            <a:ext cx="9657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pengisisan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b="1" dirty="0"/>
              <a:t>Test Case ID</a:t>
            </a:r>
            <a:r>
              <a:rPr lang="en-US" dirty="0"/>
              <a:t> </a:t>
            </a:r>
            <a:r>
              <a:rPr lang="en-US" dirty="0" err="1"/>
              <a:t>silakan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, </a:t>
            </a:r>
            <a:r>
              <a:rPr lang="en-US" dirty="0" err="1"/>
              <a:t>misalnya</a:t>
            </a:r>
            <a:r>
              <a:rPr lang="en-US" dirty="0"/>
              <a:t> “TC001 (A)”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skenario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uji</a:t>
            </a:r>
            <a:r>
              <a:rPr lang="en-US" dirty="0"/>
              <a:t> “TC001”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“(A)”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i="1" dirty="0"/>
              <a:t>use case testing</a:t>
            </a:r>
          </a:p>
        </p:txBody>
      </p:sp>
    </p:spTree>
    <p:extLst>
      <p:ext uri="{BB962C8B-B14F-4D97-AF65-F5344CB8AC3E}">
        <p14:creationId xmlns:p14="http://schemas.microsoft.com/office/powerpoint/2010/main" val="21892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286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UTS Praktek</vt:lpstr>
      <vt:lpstr>Test basis</vt:lpstr>
      <vt:lpstr>Test object</vt:lpstr>
      <vt:lpstr>Instruksi soal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MyBook J7</dc:creator>
  <cp:lastModifiedBy>DISORTION .</cp:lastModifiedBy>
  <cp:revision>35</cp:revision>
  <dcterms:created xsi:type="dcterms:W3CDTF">2025-04-21T23:52:18Z</dcterms:created>
  <dcterms:modified xsi:type="dcterms:W3CDTF">2026-05-10T13:35:54Z</dcterms:modified>
</cp:coreProperties>
</file>